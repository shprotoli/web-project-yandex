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9144000" cy="5143500" type="screen16x9"/>
  <p:notesSz cx="5143500" cy="9144000"/>
  <p:embeddedFontLst>
    <p:embeddedFont>
      <p:font typeface="DM Sans Semi Bold" panose="020B0604020202020204" charset="0"/>
      <p:regular r:id="rId6"/>
    </p:embeddedFont>
    <p:embeddedFont>
      <p:font typeface="Inter Medium" panose="020B0604020202020204" charset="0"/>
      <p:regular r:id="rId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41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86496"/>
            <a:ext cx="397319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PythonWEB Проект — Blitz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66007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Сайт для решения тестов, связанных со школьной программой. Современная платформа, объединяющая мощный бэкенд и интерактивный фронтенд для удобного обучения.</a:t>
            </a:r>
            <a:endParaRPr lang="en-US" sz="95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BF8C54-41E3-8AF4-FD77-B325D5412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36" y="4380011"/>
            <a:ext cx="899528" cy="3943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9836"/>
            <a:ext cx="39468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Стек технологий: Backend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83420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20073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Flask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275656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Лёгкий и гибкий веб-фреймворк на Python для построения серверной логики.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33987" y="1883420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57961" y="200739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7961" y="2275656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Основной язык разработки — мощный, читаемый и широко используемый в образовании.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920529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20092" y="30445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SQLAlchemy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092" y="3312765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ORM для удобной работы с базой данных через Python-объекты.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3987" y="2920529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7961" y="30445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SQLite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7961" y="3312765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Встроенная реляционная база данных — простая, надёжная и не требующая отдельного сервера.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53133"/>
            <a:ext cx="40209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Стек технологий: Frontend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94" y="242671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94" y="2694980"/>
            <a:ext cx="353325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Популярная JavaScript-библиотека для создания динамичных и отзывчивых пользовательских интерфейсов.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114553" y="242671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SCSS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114553" y="2694980"/>
            <a:ext cx="353332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Расширенный синтаксис CSS с переменными, вложенностью и миксинами для удобной стилизации компонентов.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</Words>
  <Application>Microsoft Office PowerPoint</Application>
  <PresentationFormat>Экран (16:9)</PresentationFormat>
  <Paragraphs>19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Inter Medium</vt:lpstr>
      <vt:lpstr>DM Sans Semi Bold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Климушкин Даня</cp:lastModifiedBy>
  <cp:revision>3</cp:revision>
  <dcterms:created xsi:type="dcterms:W3CDTF">2026-05-15T13:48:51Z</dcterms:created>
  <dcterms:modified xsi:type="dcterms:W3CDTF">2026-05-15T13:55:23Z</dcterms:modified>
</cp:coreProperties>
</file>